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2738" y="777790"/>
            <a:ext cx="15522524" cy="8731420"/>
          </a:xfrm>
          <a:custGeom>
            <a:avLst/>
            <a:gdLst/>
            <a:ahLst/>
            <a:cxnLst/>
            <a:rect r="r" b="b" t="t" l="l"/>
            <a:pathLst>
              <a:path h="8731420" w="15522524">
                <a:moveTo>
                  <a:pt x="0" y="0"/>
                </a:moveTo>
                <a:lnTo>
                  <a:pt x="15522524" y="0"/>
                </a:lnTo>
                <a:lnTo>
                  <a:pt x="15522524" y="8731420"/>
                </a:lnTo>
                <a:lnTo>
                  <a:pt x="0" y="8731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133" y="776888"/>
            <a:ext cx="15525733" cy="8733225"/>
          </a:xfrm>
          <a:custGeom>
            <a:avLst/>
            <a:gdLst/>
            <a:ahLst/>
            <a:cxnLst/>
            <a:rect r="r" b="b" t="t" l="l"/>
            <a:pathLst>
              <a:path h="8733225" w="15525733">
                <a:moveTo>
                  <a:pt x="0" y="0"/>
                </a:moveTo>
                <a:lnTo>
                  <a:pt x="15525734" y="0"/>
                </a:lnTo>
                <a:lnTo>
                  <a:pt x="15525734" y="8733224"/>
                </a:lnTo>
                <a:lnTo>
                  <a:pt x="0" y="8733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0490" y="770900"/>
            <a:ext cx="15547021" cy="8745199"/>
          </a:xfrm>
          <a:custGeom>
            <a:avLst/>
            <a:gdLst/>
            <a:ahLst/>
            <a:cxnLst/>
            <a:rect r="r" b="b" t="t" l="l"/>
            <a:pathLst>
              <a:path h="8745199" w="15547021">
                <a:moveTo>
                  <a:pt x="0" y="0"/>
                </a:moveTo>
                <a:lnTo>
                  <a:pt x="15547020" y="0"/>
                </a:lnTo>
                <a:lnTo>
                  <a:pt x="15547020" y="8745200"/>
                </a:lnTo>
                <a:lnTo>
                  <a:pt x="0" y="874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111" y="776875"/>
            <a:ext cx="15525779" cy="8733251"/>
          </a:xfrm>
          <a:custGeom>
            <a:avLst/>
            <a:gdLst/>
            <a:ahLst/>
            <a:cxnLst/>
            <a:rect r="r" b="b" t="t" l="l"/>
            <a:pathLst>
              <a:path h="8733251" w="15525779">
                <a:moveTo>
                  <a:pt x="0" y="0"/>
                </a:moveTo>
                <a:lnTo>
                  <a:pt x="15525778" y="0"/>
                </a:lnTo>
                <a:lnTo>
                  <a:pt x="15525778" y="8733250"/>
                </a:lnTo>
                <a:lnTo>
                  <a:pt x="0" y="873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3524" y="778232"/>
            <a:ext cx="15520952" cy="8730536"/>
          </a:xfrm>
          <a:custGeom>
            <a:avLst/>
            <a:gdLst/>
            <a:ahLst/>
            <a:cxnLst/>
            <a:rect r="r" b="b" t="t" l="l"/>
            <a:pathLst>
              <a:path h="8730536" w="15520952">
                <a:moveTo>
                  <a:pt x="0" y="0"/>
                </a:moveTo>
                <a:lnTo>
                  <a:pt x="15520952" y="0"/>
                </a:lnTo>
                <a:lnTo>
                  <a:pt x="15520952" y="8730536"/>
                </a:lnTo>
                <a:lnTo>
                  <a:pt x="0" y="8730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5179" y="779163"/>
            <a:ext cx="15517641" cy="8728673"/>
          </a:xfrm>
          <a:custGeom>
            <a:avLst/>
            <a:gdLst/>
            <a:ahLst/>
            <a:cxnLst/>
            <a:rect r="r" b="b" t="t" l="l"/>
            <a:pathLst>
              <a:path h="8728673" w="15517641">
                <a:moveTo>
                  <a:pt x="0" y="0"/>
                </a:moveTo>
                <a:lnTo>
                  <a:pt x="15517642" y="0"/>
                </a:lnTo>
                <a:lnTo>
                  <a:pt x="15517642" y="8728674"/>
                </a:lnTo>
                <a:lnTo>
                  <a:pt x="0" y="8728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2394" y="777597"/>
            <a:ext cx="15523211" cy="8731806"/>
          </a:xfrm>
          <a:custGeom>
            <a:avLst/>
            <a:gdLst/>
            <a:ahLst/>
            <a:cxnLst/>
            <a:rect r="r" b="b" t="t" l="l"/>
            <a:pathLst>
              <a:path h="8731806" w="15523211">
                <a:moveTo>
                  <a:pt x="0" y="0"/>
                </a:moveTo>
                <a:lnTo>
                  <a:pt x="15523212" y="0"/>
                </a:lnTo>
                <a:lnTo>
                  <a:pt x="15523212" y="8731806"/>
                </a:lnTo>
                <a:lnTo>
                  <a:pt x="0" y="8731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0803" y="782327"/>
            <a:ext cx="15506394" cy="8722347"/>
          </a:xfrm>
          <a:custGeom>
            <a:avLst/>
            <a:gdLst/>
            <a:ahLst/>
            <a:cxnLst/>
            <a:rect r="r" b="b" t="t" l="l"/>
            <a:pathLst>
              <a:path h="8722347" w="15506394">
                <a:moveTo>
                  <a:pt x="0" y="0"/>
                </a:moveTo>
                <a:lnTo>
                  <a:pt x="15506394" y="0"/>
                </a:lnTo>
                <a:lnTo>
                  <a:pt x="15506394" y="8722346"/>
                </a:lnTo>
                <a:lnTo>
                  <a:pt x="0" y="8722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2738" y="777790"/>
            <a:ext cx="15522524" cy="8731420"/>
          </a:xfrm>
          <a:custGeom>
            <a:avLst/>
            <a:gdLst/>
            <a:ahLst/>
            <a:cxnLst/>
            <a:rect r="r" b="b" t="t" l="l"/>
            <a:pathLst>
              <a:path h="8731420" w="15522524">
                <a:moveTo>
                  <a:pt x="0" y="0"/>
                </a:moveTo>
                <a:lnTo>
                  <a:pt x="15522524" y="0"/>
                </a:lnTo>
                <a:lnTo>
                  <a:pt x="15522524" y="8731420"/>
                </a:lnTo>
                <a:lnTo>
                  <a:pt x="0" y="8731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641" y="775486"/>
            <a:ext cx="15530717" cy="8736029"/>
          </a:xfrm>
          <a:custGeom>
            <a:avLst/>
            <a:gdLst/>
            <a:ahLst/>
            <a:cxnLst/>
            <a:rect r="r" b="b" t="t" l="l"/>
            <a:pathLst>
              <a:path h="8736029" w="15530717">
                <a:moveTo>
                  <a:pt x="0" y="0"/>
                </a:moveTo>
                <a:lnTo>
                  <a:pt x="15530718" y="0"/>
                </a:lnTo>
                <a:lnTo>
                  <a:pt x="15530718" y="8736028"/>
                </a:lnTo>
                <a:lnTo>
                  <a:pt x="0" y="873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DAG2yDS2Dqs</dc:identifier>
  <dcterms:modified xsi:type="dcterms:W3CDTF">2011-08-01T06:04:30Z</dcterms:modified>
  <cp:revision>1</cp:revision>
</cp:coreProperties>
</file>